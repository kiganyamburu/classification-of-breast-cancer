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8" d="100"/>
          <a:sy n="88" d="100"/>
        </p:scale>
        <p:origin x="130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Breast Cancer </a:t>
            </a:r>
            <a:r>
              <a:rPr dirty="0" smtClean="0"/>
              <a:t>Classification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P</a:t>
            </a:r>
            <a:r>
              <a:rPr lang="en-US" dirty="0" smtClean="0"/>
              <a:t>resented by </a:t>
            </a:r>
            <a:r>
              <a:rPr lang="en-US" dirty="0"/>
              <a:t>T</a:t>
            </a:r>
            <a:r>
              <a:rPr lang="en-US" dirty="0" smtClean="0"/>
              <a:t>eam blue 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>
                <a:solidFill>
                  <a:schemeClr val="tx1"/>
                </a:solidFill>
              </a:rPr>
              <a:t>Analysis and Prediction using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6812" y="6360829"/>
            <a:ext cx="5288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i="1" dirty="0">
                <a:solidFill>
                  <a:schemeClr val="tx2"/>
                </a:solidFill>
              </a:rPr>
              <a:t>ANDERSON MTAWALI AND PETER </a:t>
            </a:r>
            <a:r>
              <a:rPr lang="sv-SE" b="1" i="1" dirty="0" smtClean="0">
                <a:solidFill>
                  <a:schemeClr val="tx2"/>
                </a:solidFill>
              </a:rPr>
              <a:t>KIGANYA MBURU </a:t>
            </a:r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Objective: To predict whether a breast mass is benign or malignant based on cell nuclei measurements</a:t>
            </a:r>
            <a:r>
              <a:rPr dirty="0" smtClean="0"/>
              <a:t>.</a:t>
            </a:r>
            <a:endParaRPr dirty="0"/>
          </a:p>
          <a:p>
            <a:r>
              <a:rPr dirty="0"/>
              <a:t>Importance: Early diagnosis significantly improves survival rates</a:t>
            </a:r>
            <a:r>
              <a:rPr dirty="0" smtClean="0"/>
              <a:t>.</a:t>
            </a:r>
            <a:endParaRPr dirty="0"/>
          </a:p>
          <a:p>
            <a:r>
              <a:rPr dirty="0"/>
              <a:t>Approach: Machine Learning Classification (Random Forest).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/>
                </a:solidFill>
              </a:rP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Source: Breast Cancer Wisconsin (Diagnostic) Data Set</a:t>
            </a:r>
            <a:r>
              <a:rPr dirty="0" smtClean="0"/>
              <a:t>.</a:t>
            </a:r>
            <a:endParaRPr dirty="0"/>
          </a:p>
          <a:p>
            <a:r>
              <a:rPr dirty="0"/>
              <a:t>Features: 30 numeric features (radius, texture, perimeter, area, smoothness, etc.) computed from digitized images of fine needle aspirate (FNA</a:t>
            </a:r>
            <a:r>
              <a:rPr dirty="0" smtClean="0"/>
              <a:t>).</a:t>
            </a:r>
            <a:endParaRPr dirty="0"/>
          </a:p>
          <a:p>
            <a:r>
              <a:rPr dirty="0"/>
              <a:t>Target: Diagnosis (M = Malignant, B = Benign).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/>
                </a:solidFill>
              </a:rPr>
              <a:t>Class Distribution</a:t>
            </a:r>
          </a:p>
        </p:txBody>
      </p:sp>
      <p:pic>
        <p:nvPicPr>
          <p:cNvPr id="3" name="Picture 2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705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/>
                </a:solidFill>
              </a:rPr>
              <a:t>Feature Correlation</a:t>
            </a:r>
          </a:p>
        </p:txBody>
      </p:sp>
      <p:pic>
        <p:nvPicPr>
          <p:cNvPr id="3" name="Picture 2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2865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/>
                </a:solidFill>
              </a:rP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Model: Random Forest Classifier.</a:t>
            </a:r>
          </a:p>
          <a:p>
            <a:r>
              <a:t>Split: 80% Training, 20% Testing.</a:t>
            </a:r>
          </a:p>
          <a:p>
            <a:r>
              <a:t>Stratification: Used to maintain class balance in splits.</a:t>
            </a:r>
          </a:p>
          <a:p>
            <a:r>
              <a:t>Metric: Accuracy and Confusion Matrix.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/>
                </a:solidFill>
              </a:rPr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Results:</a:t>
            </a:r>
          </a:p>
          <a:p>
            <a:r>
              <a:t>Accuracy: 0.9737</a:t>
            </a:r>
          </a:p>
          <a:p>
            <a:r>
              <a:t>Confusion Matrix:</a:t>
            </a:r>
          </a:p>
          <a:p>
            <a:r>
              <a:t>[[72  0]</a:t>
            </a:r>
          </a:p>
          <a:p>
            <a:r>
              <a:t> [ 3 39]]</a:t>
            </a:r>
          </a:p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/>
                </a:solidFill>
              </a:rPr>
              <a:t>Confusion Matrix</a:t>
            </a:r>
          </a:p>
        </p:txBody>
      </p:sp>
      <p:pic>
        <p:nvPicPr>
          <p:cNvPr id="3" name="Picture 2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03504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Summary: The Random Forest model achieved high accuracy in classifying breast cancer tumors</a:t>
            </a:r>
            <a:r>
              <a:rPr dirty="0" smtClean="0"/>
              <a:t>.</a:t>
            </a:r>
            <a:endParaRPr dirty="0"/>
          </a:p>
          <a:p>
            <a:r>
              <a:rPr dirty="0"/>
              <a:t>Future Work:</a:t>
            </a:r>
          </a:p>
          <a:p>
            <a:r>
              <a:rPr dirty="0"/>
              <a:t>- Hyperparameter tuning.</a:t>
            </a:r>
          </a:p>
          <a:p>
            <a:r>
              <a:rPr dirty="0"/>
              <a:t>- Testing other algorithms (SVM, XGBoost).</a:t>
            </a:r>
          </a:p>
          <a:p>
            <a:r>
              <a:rPr dirty="0"/>
              <a:t>- Feature selection to reduce dimensionality.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209</Words>
  <Application>Microsoft Office PowerPoint</Application>
  <PresentationFormat>On-screen Show (4:3)</PresentationFormat>
  <Paragraphs>31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Breast Cancer Classification Presented by Team blue </vt:lpstr>
      <vt:lpstr>Introduction</vt:lpstr>
      <vt:lpstr>Dataset Overview</vt:lpstr>
      <vt:lpstr>Class Distribution</vt:lpstr>
      <vt:lpstr>Feature Correlation</vt:lpstr>
      <vt:lpstr>Methodology</vt:lpstr>
      <vt:lpstr>Model Performance</vt:lpstr>
      <vt:lpstr>Confusion Matrix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Breast Cancer Classification Presented by Team blue </dc:title>
  <dc:subject/>
  <dc:creator/>
  <cp:keywords/>
  <dc:description>generated using python-pptx</dc:description>
  <cp:lastModifiedBy>mburu kiganya</cp:lastModifiedBy>
  <cp:revision>4</cp:revision>
  <dcterms:created xsi:type="dcterms:W3CDTF">2013-01-27T09:14:16Z</dcterms:created>
  <dcterms:modified xsi:type="dcterms:W3CDTF">2025-12-01T19:02:13Z</dcterms:modified>
  <cp:category/>
</cp:coreProperties>
</file>